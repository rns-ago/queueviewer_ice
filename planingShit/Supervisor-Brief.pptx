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123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383280"/>
            <a:ext cx="3291840" cy="3291840"/>
          </a:xfrm>
          <a:prstGeom prst="ellipse">
            <a:avLst/>
          </a:prstGeom>
          <a:solidFill>
            <a:srgbClr val="0F4A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914400" cy="9144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2984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PILOT PROPOSAL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footfall with 2D LiDAR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one-week, low-cost people-counting pilot for the festival entrance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2185416" cy="457200"/>
          </a:xfrm>
          <a:prstGeom prst="roundRect">
            <a:avLst>
              <a:gd name="adj" fmla="val 50000"/>
            </a:avLst>
          </a:prstGeom>
          <a:solidFill>
            <a:srgbClr val="123A4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4805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≤ 3,000 DKK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62656" y="44805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23A4F"/>
          </a:solidFill>
          <a:ln/>
        </p:spPr>
      </p:sp>
      <p:sp>
        <p:nvSpPr>
          <p:cNvPr id="12" name="Text 9"/>
          <p:cNvSpPr/>
          <p:nvPr/>
        </p:nvSpPr>
        <p:spPr>
          <a:xfrm>
            <a:off x="2962656" y="4480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Edge-processed on-site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97296" y="4480560"/>
            <a:ext cx="3447288" cy="457200"/>
          </a:xfrm>
          <a:prstGeom prst="roundRect">
            <a:avLst>
              <a:gd name="adj" fmla="val 50000"/>
            </a:avLst>
          </a:prstGeom>
          <a:solidFill>
            <a:srgbClr val="123A4F"/>
          </a:solidFill>
          <a:ln/>
        </p:spPr>
      </p:sp>
      <p:sp>
        <p:nvSpPr>
          <p:cNvPr id="14" name="Text 11"/>
          <p:cNvSpPr/>
          <p:nvPr/>
        </p:nvSpPr>
        <p:spPr>
          <a:xfrm>
            <a:off x="5797296" y="448056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cameras — privacy by design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supervisor review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93615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people entering and leaving the main entrance, continuously.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301514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8163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 — in on the right, out on the left — covered by one sensor on the central pillar.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4094135"/>
            <a:ext cx="260787" cy="2607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8953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detection and counting runs on-site on a small computer.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5173127"/>
            <a:ext cx="260787" cy="2607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97433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live in/out counts and crowd occupancy across the week.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355080" y="1828800"/>
            <a:ext cx="5760720" cy="4190565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4" descr="/home/claude/layo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65960"/>
            <a:ext cx="5486400" cy="355048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92240" y="556216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view: one LiDAR on the pillar scans both lanes.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2D LiDAR, not cameras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24044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images or faces are ever captured — only anonymous counts. GDPR-friendly for a public event.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5968" y="18745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194560"/>
            <a:ext cx="777240" cy="7772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63" y="24044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light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36008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time-of-flight sensor handles daylight and darkness alike. Nothing to blind or backlight.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2194560"/>
            <a:ext cx="777240" cy="7772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191" y="24044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self-contained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03336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~500 DKK Raspberry Pi, with all counting done locally at the entrance.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laser sweep to a 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8468" y="2331720"/>
            <a:ext cx="786384" cy="78638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792" y="2544044"/>
            <a:ext cx="361737" cy="361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LiDAR sweeps a plane across the entrance, ~40× a second.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1546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20116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4548" y="2331720"/>
            <a:ext cx="786384" cy="78638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872" y="2544044"/>
            <a:ext cx="361737" cy="3617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Track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03320" y="3657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shows up as a moving blob; we follow them frame to frame.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15468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0" y="20116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310628" y="2331720"/>
            <a:ext cx="786384" cy="78638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952" y="2544044"/>
            <a:ext cx="361737" cy="3617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Count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629400" y="3657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across the line decides in vs. out, per lane.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315468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326880" y="20116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236708" y="2331720"/>
            <a:ext cx="786384" cy="78638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9032" y="2544044"/>
            <a:ext cx="361737" cy="36173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0976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Log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555480" y="3657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saved locally and pushed to a dashboard.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runs on the Pi at the entrance — no video ever leaves the site.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budget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0" cy="3063240"/>
          </a:xfrm>
          <a:prstGeom prst="roundRect">
            <a:avLst>
              <a:gd name="adj" fmla="val 2687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~1,900 DKK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build cost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3,000 DKK budget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406908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1,100 DKK headroom for spares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0" y="1874520"/>
            <a:ext cx="6702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02352" y="1975104"/>
            <a:ext cx="365760" cy="36576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1107" y="2073859"/>
            <a:ext cx="168250" cy="1682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50992" y="187452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 C1 — time-of-flight LiDAR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85832" y="18745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DKK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37760" y="2496312"/>
            <a:ext cx="6702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02352" y="2596896"/>
            <a:ext cx="365760" cy="36576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107" y="2695651"/>
            <a:ext cx="168250" cy="168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50992" y="249631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(2 GB) + microSD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085832" y="24963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~570 DKK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937760" y="3118104"/>
            <a:ext cx="6702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02352" y="3218688"/>
            <a:ext cx="365760" cy="36576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107" y="3317443"/>
            <a:ext cx="168250" cy="1682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50992" y="3118104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W PSU + power-bank buffer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085832" y="311810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~440 DKK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937760" y="3739896"/>
            <a:ext cx="6702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102352" y="3840480"/>
            <a:ext cx="365760" cy="36576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107" y="3939235"/>
            <a:ext cx="168250" cy="1682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50992" y="373989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IP-rated enclosure + pillar clamp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0085832" y="37398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DKK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937760" y="4361688"/>
            <a:ext cx="670255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102352" y="4462272"/>
            <a:ext cx="365760" cy="365760"/>
          </a:xfrm>
          <a:prstGeom prst="ellipse">
            <a:avLst/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107" y="4561027"/>
            <a:ext cx="168250" cy="1682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50992" y="4361688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dongle / phone hotspot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0085832" y="43616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~0–300 DKK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937760" y="5001768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higher-resolution sensor is available within budget if the entrance is covered.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" y="2551176"/>
            <a:ext cx="0" cy="5669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85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 weeks — assemble, code, validate on recorded scans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" y="3429000"/>
            <a:ext cx="0" cy="5669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374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 week — 24 h soak; confirm logging + store-and-forward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4306824"/>
            <a:ext cx="0" cy="5669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941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day — mount, define lanes, calibrate, verify counts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validate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5129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week — monitor; spot-check vs. manual tally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Field-readiness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55080" y="2240280"/>
            <a:ext cx="5285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2487168"/>
            <a:ext cx="475488" cy="475488"/>
          </a:xfrm>
          <a:prstGeom prst="ellipse">
            <a:avLst/>
          </a:prstGeom>
          <a:solidFill>
            <a:srgbClr val="E8853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2062" y="2615550"/>
            <a:ext cx="218724" cy="2187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69480" y="2359152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buffer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269480" y="266090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power-bank/UPS rides through brief outages and generator switchovers.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355080" y="3337560"/>
            <a:ext cx="5285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83680" y="3584448"/>
            <a:ext cx="475488" cy="475488"/>
          </a:xfrm>
          <a:prstGeom prst="ellipse">
            <a:avLst/>
          </a:prstGeom>
          <a:solidFill>
            <a:srgbClr val="E8853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062" y="3712830"/>
            <a:ext cx="218724" cy="21872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269480" y="3456432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Weatherproofing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7269480" y="375818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Sheltered under the canopy with the electronics in an IP-rated box.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355080" y="4434840"/>
            <a:ext cx="5285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583680" y="4681728"/>
            <a:ext cx="475488" cy="475488"/>
          </a:xfrm>
          <a:prstGeom prst="ellipse">
            <a:avLst/>
          </a:prstGeom>
          <a:solidFill>
            <a:srgbClr val="E8853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062" y="4810110"/>
            <a:ext cx="218724" cy="21872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269480" y="4553712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logging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7269480" y="485546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saved on the Pi first — no reliance on festival Wi-Fi.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managing — and what you 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E8853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969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we’re managing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083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Crowd-surge undercount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234440" y="321868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can’t see people hidden behind others — we validate against a manual tally and report trends + normal-flow counts.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4106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power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234440" y="415137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Sheltered enclosure plus an inline power buffer.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7375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791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dropouts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234440" y="508406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counts are logged locally first, then uploaded when possible.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263640" y="1874520"/>
            <a:ext cx="5376672" cy="3977640"/>
          </a:xfrm>
          <a:prstGeom prst="roundRect">
            <a:avLst>
              <a:gd name="adj" fmla="val 2069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537960" y="2148840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093" y="2296973"/>
            <a:ext cx="252374" cy="2523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23760" y="224028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get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03580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2980944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in/out counts and crowd occupancy across the week.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749040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9440" y="36941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Peak-time and flow analysis for the entrance.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462272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49440" y="4407408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privacy-compliant method we can reuse at future events.</a:t>
            </a:r>
            <a:endParaRPr lang="en-US" sz="14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175504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49440" y="512064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low-risk, and entirely off-the-shelf hardware.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206240" cy="4206240"/>
          </a:xfrm>
          <a:prstGeom prst="ellipse">
            <a:avLst/>
          </a:prstGeom>
          <a:solidFill>
            <a:srgbClr val="123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0F4A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one-week pilot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98277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Go-ahead to run the pilot at the entrance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675888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82402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6758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DKK in hardware (within the 3,000 DKK budget)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517136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66526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51713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mount on the central entrance pillar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4864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low risk, reusable — and nothing identifying is ever recorded.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LiDAR People-Counting — Festival Pilot</dc:title>
  <dc:subject>PptxGenJS Presentation</dc:subject>
  <dc:creator>LiDAR Pilot Team</dc:creator>
  <cp:lastModifiedBy>LiDAR Pilot Team</cp:lastModifiedBy>
  <cp:revision>1</cp:revision>
  <dcterms:created xsi:type="dcterms:W3CDTF">2026-06-15T09:38:12Z</dcterms:created>
  <dcterms:modified xsi:type="dcterms:W3CDTF">2026-06-15T09:38:12Z</dcterms:modified>
</cp:coreProperties>
</file>